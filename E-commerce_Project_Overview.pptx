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E‑commerce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Full‑stack e‑commerce demo application</a:t>
            </a:r>
          </a:p>
          <a:p>
            <a:r>
              <a:t>Backend: Express + MongoDB</a:t>
            </a:r>
          </a:p>
          <a:p>
            <a:r>
              <a:t>Frontend: React (Store &amp; Admin)</a:t>
            </a:r>
          </a:p>
          <a:p>
            <a:r>
              <a:t>JWT authentication &amp; image uploads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High‑Level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(React)</a:t>
            </a:r>
          </a:p>
          <a:p>
            <a:r>
              <a:t>REST API (Express)</a:t>
            </a:r>
          </a:p>
          <a:p>
            <a:r>
              <a:t>MongoDB Atlas database</a:t>
            </a:r>
          </a:p>
          <a:p>
            <a:r>
              <a:t>Images served from Express uploads folder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–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 with Express</a:t>
            </a:r>
          </a:p>
          <a:p>
            <a:r>
              <a:t>MongoDB with Mongoose</a:t>
            </a:r>
          </a:p>
          <a:p>
            <a:r>
              <a:t>JWT for authentication</a:t>
            </a:r>
          </a:p>
          <a:p>
            <a:r>
              <a:t>Multer for image upload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– Key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/signup – user registration</a:t>
            </a:r>
          </a:p>
          <a:p>
            <a:r>
              <a:t>POST /login – user authentication</a:t>
            </a:r>
          </a:p>
          <a:p>
            <a:r>
              <a:t>POST /upload – image upload</a:t>
            </a:r>
          </a:p>
          <a:p>
            <a:r>
              <a:t>POST /addproduct – add product</a:t>
            </a:r>
          </a:p>
          <a:p>
            <a:r>
              <a:t>GET /allproducts – fetch products</a:t>
            </a:r>
          </a:p>
          <a:p>
            <a:r>
              <a:t>POST /removeproduct – delete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 APIs (Protected)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/addtocart</a:t>
            </a:r>
          </a:p>
          <a:p>
            <a:r>
              <a:t>POST /removefromcart</a:t>
            </a:r>
          </a:p>
          <a:p>
            <a:r>
              <a:t>GET /getcart</a:t>
            </a:r>
          </a:p>
          <a:p>
            <a:r>
              <a:t>Uses auth-token header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Product: id, name, image, category, prices, date, available</a:t>
            </a:r>
          </a:p>
          <a:p>
            <a:r>
              <a:t>User: name, email, hashed password, cart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–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Store Application</a:t>
            </a:r>
          </a:p>
          <a:p>
            <a:r>
              <a:t>Admin Dashboard</a:t>
            </a:r>
          </a:p>
          <a:p>
            <a:r>
              <a:t>Context API for global state</a:t>
            </a:r>
          </a:p>
          <a:p>
            <a:r>
              <a:t>Reusable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–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Category-based product filtering</a:t>
            </a:r>
          </a:p>
          <a:p>
            <a:r>
              <a:t>Cart management</a:t>
            </a:r>
          </a:p>
          <a:p>
            <a:r>
              <a:t>Login &amp; Signup</a:t>
            </a:r>
          </a:p>
          <a:p>
            <a:r>
              <a:t>Admin product upload &amp;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MONGO_URI – MongoDB Atlas</a:t>
            </a:r>
          </a:p>
          <a:p>
            <a:r>
              <a:t>JWT_SECRET – token security</a:t>
            </a:r>
          </a:p>
          <a:p>
            <a:r>
              <a:t>PORT – default 4000</a:t>
            </a:r>
          </a:p>
          <a:p>
            <a:r>
              <a:t>Backend: node index.js</a:t>
            </a:r>
          </a:p>
          <a:p>
            <a:r>
              <a:t>Frontend: npm start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Fixes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allProducts.map crash</a:t>
            </a:r>
          </a:p>
          <a:p>
            <a:r>
              <a:t>Auto-generated product IDs</a:t>
            </a:r>
          </a:p>
          <a:p>
            <a:r>
              <a:t>Fixed image upload path</a:t>
            </a:r>
          </a:p>
          <a:p>
            <a:r>
              <a:t>bcryptjs dependency added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APIs via Postman</a:t>
            </a:r>
          </a:p>
          <a:p>
            <a:r>
              <a:t>Verify MongoDB connection</a:t>
            </a:r>
          </a:p>
          <a:p>
            <a:r>
              <a:t>Test auth &amp; cart flow</a:t>
            </a:r>
          </a:p>
          <a:p>
            <a:r>
              <a:t>Check frontend network &amp; console logs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